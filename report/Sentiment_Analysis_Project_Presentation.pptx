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Sentiment Analysis – Applied 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Mohammad Ahmed</a:t>
            </a:r>
          </a:p>
          <a:p>
            <a:r>
              <a:t>University of Ottawa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Count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4" name="Picture 3" descr="word_c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20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4" name="Picture 3" descr="top20most_frequent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20 Cleaned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4" name="Picture 3" descr="top20words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Boxplot Word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4" name="Picture 3" descr="boxplot_word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Cloud Per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4" name="Picture 3" descr="word_cloud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